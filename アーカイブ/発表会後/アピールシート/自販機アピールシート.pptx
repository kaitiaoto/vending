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57" r:id="rId2"/>
  </p:sldIdLst>
  <p:sldSz cx="14422438" cy="19229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33" d="100"/>
          <a:sy n="33" d="100"/>
        </p:scale>
        <p:origin x="20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55F530-9C54-46B9-A070-5B176CBAF239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7882B-FCA7-4E9A-B35B-8F8EF88761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86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7882B-FCA7-4E9A-B35B-8F8EF887612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01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1683" y="3147033"/>
            <a:ext cx="12259072" cy="6694676"/>
          </a:xfrm>
        </p:spPr>
        <p:txBody>
          <a:bodyPr anchor="b"/>
          <a:lstStyle>
            <a:lvl1pPr algn="ctr">
              <a:defRPr sz="946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2805" y="10099882"/>
            <a:ext cx="10816829" cy="4642649"/>
          </a:xfrm>
        </p:spPr>
        <p:txBody>
          <a:bodyPr/>
          <a:lstStyle>
            <a:lvl1pPr marL="0" indent="0" algn="ctr">
              <a:buNone/>
              <a:defRPr sz="3786"/>
            </a:lvl1pPr>
            <a:lvl2pPr marL="721142" indent="0" algn="ctr">
              <a:buNone/>
              <a:defRPr sz="3155"/>
            </a:lvl2pPr>
            <a:lvl3pPr marL="1442283" indent="0" algn="ctr">
              <a:buNone/>
              <a:defRPr sz="2839"/>
            </a:lvl3pPr>
            <a:lvl4pPr marL="2163425" indent="0" algn="ctr">
              <a:buNone/>
              <a:defRPr sz="2524"/>
            </a:lvl4pPr>
            <a:lvl5pPr marL="2884566" indent="0" algn="ctr">
              <a:buNone/>
              <a:defRPr sz="2524"/>
            </a:lvl5pPr>
            <a:lvl6pPr marL="3605708" indent="0" algn="ctr">
              <a:buNone/>
              <a:defRPr sz="2524"/>
            </a:lvl6pPr>
            <a:lvl7pPr marL="4326849" indent="0" algn="ctr">
              <a:buNone/>
              <a:defRPr sz="2524"/>
            </a:lvl7pPr>
            <a:lvl8pPr marL="5047991" indent="0" algn="ctr">
              <a:buNone/>
              <a:defRPr sz="2524"/>
            </a:lvl8pPr>
            <a:lvl9pPr marL="5769132" indent="0" algn="ctr">
              <a:buNone/>
              <a:defRPr sz="2524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FE46-2420-499A-925E-DC5E5C1B6F6F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D60A0-CED4-4F52-B1A3-E2E88EB2B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7966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FE46-2420-499A-925E-DC5E5C1B6F6F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D60A0-CED4-4F52-B1A3-E2E88EB2B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3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4032" y="4793999"/>
            <a:ext cx="12439353" cy="7998890"/>
          </a:xfrm>
        </p:spPr>
        <p:txBody>
          <a:bodyPr anchor="b"/>
          <a:lstStyle>
            <a:lvl1pPr>
              <a:defRPr sz="946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4032" y="12868561"/>
            <a:ext cx="12439353" cy="4206427"/>
          </a:xfrm>
        </p:spPr>
        <p:txBody>
          <a:bodyPr/>
          <a:lstStyle>
            <a:lvl1pPr marL="0" indent="0">
              <a:buNone/>
              <a:defRPr sz="3786">
                <a:solidFill>
                  <a:schemeClr val="tx1">
                    <a:tint val="82000"/>
                  </a:schemeClr>
                </a:solidFill>
              </a:defRPr>
            </a:lvl1pPr>
            <a:lvl2pPr marL="721142" indent="0">
              <a:buNone/>
              <a:defRPr sz="3155">
                <a:solidFill>
                  <a:schemeClr val="tx1">
                    <a:tint val="82000"/>
                  </a:schemeClr>
                </a:solidFill>
              </a:defRPr>
            </a:lvl2pPr>
            <a:lvl3pPr marL="1442283" indent="0">
              <a:buNone/>
              <a:defRPr sz="2839">
                <a:solidFill>
                  <a:schemeClr val="tx1">
                    <a:tint val="82000"/>
                  </a:schemeClr>
                </a:solidFill>
              </a:defRPr>
            </a:lvl3pPr>
            <a:lvl4pPr marL="2163425" indent="0">
              <a:buNone/>
              <a:defRPr sz="2524">
                <a:solidFill>
                  <a:schemeClr val="tx1">
                    <a:tint val="82000"/>
                  </a:schemeClr>
                </a:solidFill>
              </a:defRPr>
            </a:lvl4pPr>
            <a:lvl5pPr marL="2884566" indent="0">
              <a:buNone/>
              <a:defRPr sz="2524">
                <a:solidFill>
                  <a:schemeClr val="tx1">
                    <a:tint val="82000"/>
                  </a:schemeClr>
                </a:solidFill>
              </a:defRPr>
            </a:lvl5pPr>
            <a:lvl6pPr marL="3605708" indent="0">
              <a:buNone/>
              <a:defRPr sz="2524">
                <a:solidFill>
                  <a:schemeClr val="tx1">
                    <a:tint val="82000"/>
                  </a:schemeClr>
                </a:solidFill>
              </a:defRPr>
            </a:lvl6pPr>
            <a:lvl7pPr marL="4326849" indent="0">
              <a:buNone/>
              <a:defRPr sz="2524">
                <a:solidFill>
                  <a:schemeClr val="tx1">
                    <a:tint val="82000"/>
                  </a:schemeClr>
                </a:solidFill>
              </a:defRPr>
            </a:lvl7pPr>
            <a:lvl8pPr marL="5047991" indent="0">
              <a:buNone/>
              <a:defRPr sz="2524">
                <a:solidFill>
                  <a:schemeClr val="tx1">
                    <a:tint val="82000"/>
                  </a:schemeClr>
                </a:solidFill>
              </a:defRPr>
            </a:lvl8pPr>
            <a:lvl9pPr marL="5769132" indent="0">
              <a:buNone/>
              <a:defRPr sz="25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FE46-2420-499A-925E-DC5E5C1B6F6F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D60A0-CED4-4F52-B1A3-E2E88EB2B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416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1543" y="5118934"/>
            <a:ext cx="6129536" cy="1220087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01359" y="5118934"/>
            <a:ext cx="6129536" cy="1220087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FE46-2420-499A-925E-DC5E5C1B6F6F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D60A0-CED4-4F52-B1A3-E2E88EB2B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6344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421" y="1023791"/>
            <a:ext cx="12439353" cy="371679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3423" y="4713872"/>
            <a:ext cx="6101366" cy="2310196"/>
          </a:xfrm>
        </p:spPr>
        <p:txBody>
          <a:bodyPr anchor="b"/>
          <a:lstStyle>
            <a:lvl1pPr marL="0" indent="0">
              <a:buNone/>
              <a:defRPr sz="3786" b="1"/>
            </a:lvl1pPr>
            <a:lvl2pPr marL="721142" indent="0">
              <a:buNone/>
              <a:defRPr sz="3155" b="1"/>
            </a:lvl2pPr>
            <a:lvl3pPr marL="1442283" indent="0">
              <a:buNone/>
              <a:defRPr sz="2839" b="1"/>
            </a:lvl3pPr>
            <a:lvl4pPr marL="2163425" indent="0">
              <a:buNone/>
              <a:defRPr sz="2524" b="1"/>
            </a:lvl4pPr>
            <a:lvl5pPr marL="2884566" indent="0">
              <a:buNone/>
              <a:defRPr sz="2524" b="1"/>
            </a:lvl5pPr>
            <a:lvl6pPr marL="3605708" indent="0">
              <a:buNone/>
              <a:defRPr sz="2524" b="1"/>
            </a:lvl6pPr>
            <a:lvl7pPr marL="4326849" indent="0">
              <a:buNone/>
              <a:defRPr sz="2524" b="1"/>
            </a:lvl7pPr>
            <a:lvl8pPr marL="5047991" indent="0">
              <a:buNone/>
              <a:defRPr sz="2524" b="1"/>
            </a:lvl8pPr>
            <a:lvl9pPr marL="5769132" indent="0">
              <a:buNone/>
              <a:defRPr sz="252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3423" y="7024068"/>
            <a:ext cx="6101366" cy="1033134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01360" y="4713872"/>
            <a:ext cx="6131415" cy="2310196"/>
          </a:xfrm>
        </p:spPr>
        <p:txBody>
          <a:bodyPr anchor="b"/>
          <a:lstStyle>
            <a:lvl1pPr marL="0" indent="0">
              <a:buNone/>
              <a:defRPr sz="3786" b="1"/>
            </a:lvl1pPr>
            <a:lvl2pPr marL="721142" indent="0">
              <a:buNone/>
              <a:defRPr sz="3155" b="1"/>
            </a:lvl2pPr>
            <a:lvl3pPr marL="1442283" indent="0">
              <a:buNone/>
              <a:defRPr sz="2839" b="1"/>
            </a:lvl3pPr>
            <a:lvl4pPr marL="2163425" indent="0">
              <a:buNone/>
              <a:defRPr sz="2524" b="1"/>
            </a:lvl4pPr>
            <a:lvl5pPr marL="2884566" indent="0">
              <a:buNone/>
              <a:defRPr sz="2524" b="1"/>
            </a:lvl5pPr>
            <a:lvl6pPr marL="3605708" indent="0">
              <a:buNone/>
              <a:defRPr sz="2524" b="1"/>
            </a:lvl6pPr>
            <a:lvl7pPr marL="4326849" indent="0">
              <a:buNone/>
              <a:defRPr sz="2524" b="1"/>
            </a:lvl7pPr>
            <a:lvl8pPr marL="5047991" indent="0">
              <a:buNone/>
              <a:defRPr sz="2524" b="1"/>
            </a:lvl8pPr>
            <a:lvl9pPr marL="5769132" indent="0">
              <a:buNone/>
              <a:defRPr sz="252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01360" y="7024068"/>
            <a:ext cx="6131415" cy="1033134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FE46-2420-499A-925E-DC5E5C1B6F6F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D60A0-CED4-4F52-B1A3-E2E88EB2B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627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FE46-2420-499A-925E-DC5E5C1B6F6F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D60A0-CED4-4F52-B1A3-E2E88EB2B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8384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FE46-2420-499A-925E-DC5E5C1B6F6F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D60A0-CED4-4F52-B1A3-E2E88EB2B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2800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421" y="1281959"/>
            <a:ext cx="4651612" cy="4486857"/>
          </a:xfrm>
        </p:spPr>
        <p:txBody>
          <a:bodyPr anchor="b"/>
          <a:lstStyle>
            <a:lvl1pPr>
              <a:defRPr sz="504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1415" y="2768680"/>
            <a:ext cx="7301359" cy="13665329"/>
          </a:xfrm>
        </p:spPr>
        <p:txBody>
          <a:bodyPr/>
          <a:lstStyle>
            <a:lvl1pPr>
              <a:defRPr sz="5047"/>
            </a:lvl1pPr>
            <a:lvl2pPr>
              <a:defRPr sz="4416"/>
            </a:lvl2pPr>
            <a:lvl3pPr>
              <a:defRPr sz="3786"/>
            </a:lvl3pPr>
            <a:lvl4pPr>
              <a:defRPr sz="3155"/>
            </a:lvl4pPr>
            <a:lvl5pPr>
              <a:defRPr sz="3155"/>
            </a:lvl5pPr>
            <a:lvl6pPr>
              <a:defRPr sz="3155"/>
            </a:lvl6pPr>
            <a:lvl7pPr>
              <a:defRPr sz="3155"/>
            </a:lvl7pPr>
            <a:lvl8pPr>
              <a:defRPr sz="3155"/>
            </a:lvl8pPr>
            <a:lvl9pPr>
              <a:defRPr sz="3155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3421" y="5768816"/>
            <a:ext cx="4651612" cy="10687446"/>
          </a:xfrm>
        </p:spPr>
        <p:txBody>
          <a:bodyPr/>
          <a:lstStyle>
            <a:lvl1pPr marL="0" indent="0">
              <a:buNone/>
              <a:defRPr sz="2524"/>
            </a:lvl1pPr>
            <a:lvl2pPr marL="721142" indent="0">
              <a:buNone/>
              <a:defRPr sz="2208"/>
            </a:lvl2pPr>
            <a:lvl3pPr marL="1442283" indent="0">
              <a:buNone/>
              <a:defRPr sz="1893"/>
            </a:lvl3pPr>
            <a:lvl4pPr marL="2163425" indent="0">
              <a:buNone/>
              <a:defRPr sz="1577"/>
            </a:lvl4pPr>
            <a:lvl5pPr marL="2884566" indent="0">
              <a:buNone/>
              <a:defRPr sz="1577"/>
            </a:lvl5pPr>
            <a:lvl6pPr marL="3605708" indent="0">
              <a:buNone/>
              <a:defRPr sz="1577"/>
            </a:lvl6pPr>
            <a:lvl7pPr marL="4326849" indent="0">
              <a:buNone/>
              <a:defRPr sz="1577"/>
            </a:lvl7pPr>
            <a:lvl8pPr marL="5047991" indent="0">
              <a:buNone/>
              <a:defRPr sz="1577"/>
            </a:lvl8pPr>
            <a:lvl9pPr marL="5769132" indent="0">
              <a:buNone/>
              <a:defRPr sz="15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FE46-2420-499A-925E-DC5E5C1B6F6F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D60A0-CED4-4F52-B1A3-E2E88EB2B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599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421" y="1281959"/>
            <a:ext cx="4651612" cy="4486857"/>
          </a:xfrm>
        </p:spPr>
        <p:txBody>
          <a:bodyPr anchor="b"/>
          <a:lstStyle>
            <a:lvl1pPr>
              <a:defRPr sz="504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31415" y="2768680"/>
            <a:ext cx="7301359" cy="13665329"/>
          </a:xfrm>
        </p:spPr>
        <p:txBody>
          <a:bodyPr anchor="t"/>
          <a:lstStyle>
            <a:lvl1pPr marL="0" indent="0">
              <a:buNone/>
              <a:defRPr sz="5047"/>
            </a:lvl1pPr>
            <a:lvl2pPr marL="721142" indent="0">
              <a:buNone/>
              <a:defRPr sz="4416"/>
            </a:lvl2pPr>
            <a:lvl3pPr marL="1442283" indent="0">
              <a:buNone/>
              <a:defRPr sz="3786"/>
            </a:lvl3pPr>
            <a:lvl4pPr marL="2163425" indent="0">
              <a:buNone/>
              <a:defRPr sz="3155"/>
            </a:lvl4pPr>
            <a:lvl5pPr marL="2884566" indent="0">
              <a:buNone/>
              <a:defRPr sz="3155"/>
            </a:lvl5pPr>
            <a:lvl6pPr marL="3605708" indent="0">
              <a:buNone/>
              <a:defRPr sz="3155"/>
            </a:lvl6pPr>
            <a:lvl7pPr marL="4326849" indent="0">
              <a:buNone/>
              <a:defRPr sz="3155"/>
            </a:lvl7pPr>
            <a:lvl8pPr marL="5047991" indent="0">
              <a:buNone/>
              <a:defRPr sz="3155"/>
            </a:lvl8pPr>
            <a:lvl9pPr marL="5769132" indent="0">
              <a:buNone/>
              <a:defRPr sz="3155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3421" y="5768816"/>
            <a:ext cx="4651612" cy="10687446"/>
          </a:xfrm>
        </p:spPr>
        <p:txBody>
          <a:bodyPr/>
          <a:lstStyle>
            <a:lvl1pPr marL="0" indent="0">
              <a:buNone/>
              <a:defRPr sz="2524"/>
            </a:lvl1pPr>
            <a:lvl2pPr marL="721142" indent="0">
              <a:buNone/>
              <a:defRPr sz="2208"/>
            </a:lvl2pPr>
            <a:lvl3pPr marL="1442283" indent="0">
              <a:buNone/>
              <a:defRPr sz="1893"/>
            </a:lvl3pPr>
            <a:lvl4pPr marL="2163425" indent="0">
              <a:buNone/>
              <a:defRPr sz="1577"/>
            </a:lvl4pPr>
            <a:lvl5pPr marL="2884566" indent="0">
              <a:buNone/>
              <a:defRPr sz="1577"/>
            </a:lvl5pPr>
            <a:lvl6pPr marL="3605708" indent="0">
              <a:buNone/>
              <a:defRPr sz="1577"/>
            </a:lvl6pPr>
            <a:lvl7pPr marL="4326849" indent="0">
              <a:buNone/>
              <a:defRPr sz="1577"/>
            </a:lvl7pPr>
            <a:lvl8pPr marL="5047991" indent="0">
              <a:buNone/>
              <a:defRPr sz="1577"/>
            </a:lvl8pPr>
            <a:lvl9pPr marL="5769132" indent="0">
              <a:buNone/>
              <a:defRPr sz="15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FE46-2420-499A-925E-DC5E5C1B6F6F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D60A0-CED4-4F52-B1A3-E2E88EB2B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453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FE46-2420-499A-925E-DC5E5C1B6F6F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D60A0-CED4-4F52-B1A3-E2E88EB2B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8167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21058" y="1023787"/>
            <a:ext cx="3109838" cy="162960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1543" y="1023787"/>
            <a:ext cx="9149234" cy="162960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FE46-2420-499A-925E-DC5E5C1B6F6F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D60A0-CED4-4F52-B1A3-E2E88EB2B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9704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1543" y="1023791"/>
            <a:ext cx="12439353" cy="37167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543" y="5118934"/>
            <a:ext cx="12439353" cy="12200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1542" y="17822798"/>
            <a:ext cx="3245049" cy="10237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6BFE46-2420-499A-925E-DC5E5C1B6F6F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7433" y="17822798"/>
            <a:ext cx="4867573" cy="10237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85847" y="17822798"/>
            <a:ext cx="3245049" cy="10237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CD60A0-CED4-4F52-B1A3-E2E88EB2B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2224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442283" rtl="0" eaLnBrk="1" latinLnBrk="0" hangingPunct="1">
        <a:lnSpc>
          <a:spcPct val="90000"/>
        </a:lnSpc>
        <a:spcBef>
          <a:spcPct val="0"/>
        </a:spcBef>
        <a:buNone/>
        <a:defRPr kumimoji="1" sz="69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571" indent="-360571" algn="l" defTabSz="1442283" rtl="0" eaLnBrk="1" latinLnBrk="0" hangingPunct="1">
        <a:lnSpc>
          <a:spcPct val="90000"/>
        </a:lnSpc>
        <a:spcBef>
          <a:spcPts val="1577"/>
        </a:spcBef>
        <a:buFont typeface="Arial" panose="020B0604020202020204" pitchFamily="34" charset="0"/>
        <a:buChar char="•"/>
        <a:defRPr kumimoji="1" sz="4416" kern="1200">
          <a:solidFill>
            <a:schemeClr val="tx1"/>
          </a:solidFill>
          <a:latin typeface="+mn-lt"/>
          <a:ea typeface="+mn-ea"/>
          <a:cs typeface="+mn-cs"/>
        </a:defRPr>
      </a:lvl1pPr>
      <a:lvl2pPr marL="1081712" indent="-360571" algn="l" defTabSz="1442283" rtl="0" eaLnBrk="1" latinLnBrk="0" hangingPunct="1">
        <a:lnSpc>
          <a:spcPct val="90000"/>
        </a:lnSpc>
        <a:spcBef>
          <a:spcPts val="789"/>
        </a:spcBef>
        <a:buFont typeface="Arial" panose="020B0604020202020204" pitchFamily="34" charset="0"/>
        <a:buChar char="•"/>
        <a:defRPr kumimoji="1" sz="3786" kern="1200">
          <a:solidFill>
            <a:schemeClr val="tx1"/>
          </a:solidFill>
          <a:latin typeface="+mn-lt"/>
          <a:ea typeface="+mn-ea"/>
          <a:cs typeface="+mn-cs"/>
        </a:defRPr>
      </a:lvl2pPr>
      <a:lvl3pPr marL="1802854" indent="-360571" algn="l" defTabSz="1442283" rtl="0" eaLnBrk="1" latinLnBrk="0" hangingPunct="1">
        <a:lnSpc>
          <a:spcPct val="90000"/>
        </a:lnSpc>
        <a:spcBef>
          <a:spcPts val="789"/>
        </a:spcBef>
        <a:buFont typeface="Arial" panose="020B0604020202020204" pitchFamily="34" charset="0"/>
        <a:buChar char="•"/>
        <a:defRPr kumimoji="1" sz="3155" kern="1200">
          <a:solidFill>
            <a:schemeClr val="tx1"/>
          </a:solidFill>
          <a:latin typeface="+mn-lt"/>
          <a:ea typeface="+mn-ea"/>
          <a:cs typeface="+mn-cs"/>
        </a:defRPr>
      </a:lvl3pPr>
      <a:lvl4pPr marL="2523995" indent="-360571" algn="l" defTabSz="1442283" rtl="0" eaLnBrk="1" latinLnBrk="0" hangingPunct="1">
        <a:lnSpc>
          <a:spcPct val="90000"/>
        </a:lnSpc>
        <a:spcBef>
          <a:spcPts val="789"/>
        </a:spcBef>
        <a:buFont typeface="Arial" panose="020B0604020202020204" pitchFamily="34" charset="0"/>
        <a:buChar char="•"/>
        <a:defRPr kumimoji="1" sz="2839" kern="1200">
          <a:solidFill>
            <a:schemeClr val="tx1"/>
          </a:solidFill>
          <a:latin typeface="+mn-lt"/>
          <a:ea typeface="+mn-ea"/>
          <a:cs typeface="+mn-cs"/>
        </a:defRPr>
      </a:lvl4pPr>
      <a:lvl5pPr marL="3245137" indent="-360571" algn="l" defTabSz="1442283" rtl="0" eaLnBrk="1" latinLnBrk="0" hangingPunct="1">
        <a:lnSpc>
          <a:spcPct val="90000"/>
        </a:lnSpc>
        <a:spcBef>
          <a:spcPts val="789"/>
        </a:spcBef>
        <a:buFont typeface="Arial" panose="020B0604020202020204" pitchFamily="34" charset="0"/>
        <a:buChar char="•"/>
        <a:defRPr kumimoji="1" sz="2839" kern="1200">
          <a:solidFill>
            <a:schemeClr val="tx1"/>
          </a:solidFill>
          <a:latin typeface="+mn-lt"/>
          <a:ea typeface="+mn-ea"/>
          <a:cs typeface="+mn-cs"/>
        </a:defRPr>
      </a:lvl5pPr>
      <a:lvl6pPr marL="3966279" indent="-360571" algn="l" defTabSz="1442283" rtl="0" eaLnBrk="1" latinLnBrk="0" hangingPunct="1">
        <a:lnSpc>
          <a:spcPct val="90000"/>
        </a:lnSpc>
        <a:spcBef>
          <a:spcPts val="789"/>
        </a:spcBef>
        <a:buFont typeface="Arial" panose="020B0604020202020204" pitchFamily="34" charset="0"/>
        <a:buChar char="•"/>
        <a:defRPr kumimoji="1" sz="2839" kern="1200">
          <a:solidFill>
            <a:schemeClr val="tx1"/>
          </a:solidFill>
          <a:latin typeface="+mn-lt"/>
          <a:ea typeface="+mn-ea"/>
          <a:cs typeface="+mn-cs"/>
        </a:defRPr>
      </a:lvl6pPr>
      <a:lvl7pPr marL="4687420" indent="-360571" algn="l" defTabSz="1442283" rtl="0" eaLnBrk="1" latinLnBrk="0" hangingPunct="1">
        <a:lnSpc>
          <a:spcPct val="90000"/>
        </a:lnSpc>
        <a:spcBef>
          <a:spcPts val="789"/>
        </a:spcBef>
        <a:buFont typeface="Arial" panose="020B0604020202020204" pitchFamily="34" charset="0"/>
        <a:buChar char="•"/>
        <a:defRPr kumimoji="1" sz="2839" kern="1200">
          <a:solidFill>
            <a:schemeClr val="tx1"/>
          </a:solidFill>
          <a:latin typeface="+mn-lt"/>
          <a:ea typeface="+mn-ea"/>
          <a:cs typeface="+mn-cs"/>
        </a:defRPr>
      </a:lvl7pPr>
      <a:lvl8pPr marL="5408562" indent="-360571" algn="l" defTabSz="1442283" rtl="0" eaLnBrk="1" latinLnBrk="0" hangingPunct="1">
        <a:lnSpc>
          <a:spcPct val="90000"/>
        </a:lnSpc>
        <a:spcBef>
          <a:spcPts val="789"/>
        </a:spcBef>
        <a:buFont typeface="Arial" panose="020B0604020202020204" pitchFamily="34" charset="0"/>
        <a:buChar char="•"/>
        <a:defRPr kumimoji="1" sz="2839" kern="1200">
          <a:solidFill>
            <a:schemeClr val="tx1"/>
          </a:solidFill>
          <a:latin typeface="+mn-lt"/>
          <a:ea typeface="+mn-ea"/>
          <a:cs typeface="+mn-cs"/>
        </a:defRPr>
      </a:lvl8pPr>
      <a:lvl9pPr marL="6129703" indent="-360571" algn="l" defTabSz="1442283" rtl="0" eaLnBrk="1" latinLnBrk="0" hangingPunct="1">
        <a:lnSpc>
          <a:spcPct val="90000"/>
        </a:lnSpc>
        <a:spcBef>
          <a:spcPts val="789"/>
        </a:spcBef>
        <a:buFont typeface="Arial" panose="020B0604020202020204" pitchFamily="34" charset="0"/>
        <a:buChar char="•"/>
        <a:defRPr kumimoji="1" sz="28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42283" rtl="0" eaLnBrk="1" latinLnBrk="0" hangingPunct="1">
        <a:defRPr kumimoji="1" sz="2839" kern="1200">
          <a:solidFill>
            <a:schemeClr val="tx1"/>
          </a:solidFill>
          <a:latin typeface="+mn-lt"/>
          <a:ea typeface="+mn-ea"/>
          <a:cs typeface="+mn-cs"/>
        </a:defRPr>
      </a:lvl1pPr>
      <a:lvl2pPr marL="721142" algn="l" defTabSz="1442283" rtl="0" eaLnBrk="1" latinLnBrk="0" hangingPunct="1">
        <a:defRPr kumimoji="1" sz="2839" kern="1200">
          <a:solidFill>
            <a:schemeClr val="tx1"/>
          </a:solidFill>
          <a:latin typeface="+mn-lt"/>
          <a:ea typeface="+mn-ea"/>
          <a:cs typeface="+mn-cs"/>
        </a:defRPr>
      </a:lvl2pPr>
      <a:lvl3pPr marL="1442283" algn="l" defTabSz="1442283" rtl="0" eaLnBrk="1" latinLnBrk="0" hangingPunct="1">
        <a:defRPr kumimoji="1" sz="2839" kern="1200">
          <a:solidFill>
            <a:schemeClr val="tx1"/>
          </a:solidFill>
          <a:latin typeface="+mn-lt"/>
          <a:ea typeface="+mn-ea"/>
          <a:cs typeface="+mn-cs"/>
        </a:defRPr>
      </a:lvl3pPr>
      <a:lvl4pPr marL="2163425" algn="l" defTabSz="1442283" rtl="0" eaLnBrk="1" latinLnBrk="0" hangingPunct="1">
        <a:defRPr kumimoji="1" sz="2839" kern="1200">
          <a:solidFill>
            <a:schemeClr val="tx1"/>
          </a:solidFill>
          <a:latin typeface="+mn-lt"/>
          <a:ea typeface="+mn-ea"/>
          <a:cs typeface="+mn-cs"/>
        </a:defRPr>
      </a:lvl4pPr>
      <a:lvl5pPr marL="2884566" algn="l" defTabSz="1442283" rtl="0" eaLnBrk="1" latinLnBrk="0" hangingPunct="1">
        <a:defRPr kumimoji="1" sz="2839" kern="1200">
          <a:solidFill>
            <a:schemeClr val="tx1"/>
          </a:solidFill>
          <a:latin typeface="+mn-lt"/>
          <a:ea typeface="+mn-ea"/>
          <a:cs typeface="+mn-cs"/>
        </a:defRPr>
      </a:lvl5pPr>
      <a:lvl6pPr marL="3605708" algn="l" defTabSz="1442283" rtl="0" eaLnBrk="1" latinLnBrk="0" hangingPunct="1">
        <a:defRPr kumimoji="1" sz="2839" kern="1200">
          <a:solidFill>
            <a:schemeClr val="tx1"/>
          </a:solidFill>
          <a:latin typeface="+mn-lt"/>
          <a:ea typeface="+mn-ea"/>
          <a:cs typeface="+mn-cs"/>
        </a:defRPr>
      </a:lvl6pPr>
      <a:lvl7pPr marL="4326849" algn="l" defTabSz="1442283" rtl="0" eaLnBrk="1" latinLnBrk="0" hangingPunct="1">
        <a:defRPr kumimoji="1" sz="2839" kern="1200">
          <a:solidFill>
            <a:schemeClr val="tx1"/>
          </a:solidFill>
          <a:latin typeface="+mn-lt"/>
          <a:ea typeface="+mn-ea"/>
          <a:cs typeface="+mn-cs"/>
        </a:defRPr>
      </a:lvl7pPr>
      <a:lvl8pPr marL="5047991" algn="l" defTabSz="1442283" rtl="0" eaLnBrk="1" latinLnBrk="0" hangingPunct="1">
        <a:defRPr kumimoji="1" sz="2839" kern="1200">
          <a:solidFill>
            <a:schemeClr val="tx1"/>
          </a:solidFill>
          <a:latin typeface="+mn-lt"/>
          <a:ea typeface="+mn-ea"/>
          <a:cs typeface="+mn-cs"/>
        </a:defRPr>
      </a:lvl8pPr>
      <a:lvl9pPr marL="5769132" algn="l" defTabSz="1442283" rtl="0" eaLnBrk="1" latinLnBrk="0" hangingPunct="1">
        <a:defRPr kumimoji="1" sz="28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図 25" descr="道路, 屋内, おもちゃ, レ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606F432-2950-D1DD-5C33-80263EA35B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856" y="15531493"/>
            <a:ext cx="5503552" cy="3095748"/>
          </a:xfrm>
          <a:prstGeom prst="rect">
            <a:avLst/>
          </a:prstGeom>
          <a:ln w="63500">
            <a:solidFill>
              <a:schemeClr val="accent1">
                <a:shade val="15000"/>
              </a:schemeClr>
            </a:solidFill>
          </a:ln>
        </p:spPr>
      </p:pic>
      <p:pic>
        <p:nvPicPr>
          <p:cNvPr id="22" name="図 21" descr="道路, 屋内, 建物, おもちゃ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902F721-7F74-ED35-4CA7-F909A22512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05" y="14081039"/>
            <a:ext cx="7054954" cy="3942259"/>
          </a:xfrm>
          <a:prstGeom prst="rect">
            <a:avLst/>
          </a:prstGeom>
          <a:ln w="63500">
            <a:solidFill>
              <a:schemeClr val="accent1">
                <a:shade val="15000"/>
              </a:schemeClr>
            </a:solidFill>
          </a:ln>
        </p:spPr>
      </p:pic>
      <p:pic>
        <p:nvPicPr>
          <p:cNvPr id="15" name="図 14" descr="屋内, 小さい, おもちゃ, 建物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D742639-F8F6-B2DF-256E-326925E8E0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856" y="6482667"/>
            <a:ext cx="6989664" cy="2838541"/>
          </a:xfrm>
          <a:prstGeom prst="rect">
            <a:avLst/>
          </a:prstGeom>
          <a:ln w="63500">
            <a:solidFill>
              <a:schemeClr val="accent1">
                <a:shade val="15000"/>
              </a:schemeClr>
            </a:solidFill>
          </a:ln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F80BB99-787F-A711-EAB5-E946A997193E}"/>
              </a:ext>
            </a:extLst>
          </p:cNvPr>
          <p:cNvSpPr/>
          <p:nvPr/>
        </p:nvSpPr>
        <p:spPr>
          <a:xfrm>
            <a:off x="389106" y="369651"/>
            <a:ext cx="13444494" cy="208171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4964F73-B05C-D083-93AC-A49C16DB1CFB}"/>
              </a:ext>
            </a:extLst>
          </p:cNvPr>
          <p:cNvSpPr txBox="1"/>
          <p:nvPr/>
        </p:nvSpPr>
        <p:spPr>
          <a:xfrm>
            <a:off x="389106" y="2451370"/>
            <a:ext cx="7361362" cy="21929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200" dirty="0">
                <a:ln w="3175">
                  <a:noFill/>
                </a:ln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ジャンル：アクションシューティング</a:t>
            </a:r>
            <a:endParaRPr lang="en-US" altLang="ja-JP" sz="3200" dirty="0">
              <a:ln w="3175">
                <a:noFill/>
              </a:ln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3200" dirty="0">
                <a:ln w="3175">
                  <a:noFill/>
                </a:ln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開発環境：</a:t>
            </a:r>
            <a:r>
              <a:rPr lang="en-US" altLang="ja-JP" sz="3200" dirty="0">
                <a:ln w="3175">
                  <a:noFill/>
                </a:ln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C++/DirectX9.0</a:t>
            </a:r>
          </a:p>
          <a:p>
            <a:pPr>
              <a:lnSpc>
                <a:spcPct val="150000"/>
              </a:lnSpc>
            </a:pPr>
            <a:r>
              <a:rPr lang="ja-JP" altLang="en-US" sz="3200" dirty="0">
                <a:ln w="3175">
                  <a:noFill/>
                </a:ln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開発期間：</a:t>
            </a:r>
            <a:r>
              <a:rPr lang="en-US" altLang="ja-JP" sz="3200" dirty="0">
                <a:ln w="3175">
                  <a:noFill/>
                </a:ln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3</a:t>
            </a:r>
            <a:r>
              <a:rPr lang="ja-JP" altLang="en-US" sz="3200" dirty="0">
                <a:ln w="3175">
                  <a:noFill/>
                </a:ln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ヶ月</a:t>
            </a:r>
            <a:r>
              <a:rPr lang="en-US" altLang="ja-JP" sz="3200" dirty="0">
                <a:ln w="3175">
                  <a:noFill/>
                </a:ln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(2025</a:t>
            </a:r>
            <a:r>
              <a:rPr lang="ja-JP" altLang="en-US" sz="3200" dirty="0">
                <a:ln w="3175">
                  <a:noFill/>
                </a:ln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年６月～９月</a:t>
            </a:r>
            <a:r>
              <a:rPr lang="en-US" altLang="ja-JP" sz="3200" dirty="0">
                <a:ln w="3175">
                  <a:noFill/>
                </a:ln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)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F16D9BC-2F0F-1BE7-9E89-ADEA3C138C34}"/>
              </a:ext>
            </a:extLst>
          </p:cNvPr>
          <p:cNvSpPr txBox="1"/>
          <p:nvPr/>
        </p:nvSpPr>
        <p:spPr>
          <a:xfrm>
            <a:off x="588837" y="759838"/>
            <a:ext cx="82438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0" b="1" u="sng" dirty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自販機</a:t>
            </a:r>
            <a:r>
              <a:rPr kumimoji="1" lang="en-US" altLang="ja-JP" sz="8000" b="1" u="sng" dirty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GUN</a:t>
            </a:r>
            <a:r>
              <a:rPr kumimoji="1" lang="ja-JP" altLang="en-US" sz="8000" b="1" u="sng" dirty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＆</a:t>
            </a:r>
            <a:r>
              <a:rPr kumimoji="1" lang="en-US" altLang="ja-JP" sz="8000" b="1" u="sng" dirty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RUN</a:t>
            </a:r>
            <a:endParaRPr kumimoji="1" lang="ja-JP" altLang="en-US" sz="8000" b="1" u="sng" dirty="0">
              <a:ln w="3175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1F0F821-CEF1-75E0-F967-EEE7D6B9DFE5}"/>
              </a:ext>
            </a:extLst>
          </p:cNvPr>
          <p:cNvSpPr txBox="1"/>
          <p:nvPr/>
        </p:nvSpPr>
        <p:spPr>
          <a:xfrm>
            <a:off x="9963285" y="1790889"/>
            <a:ext cx="3558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ln>
                  <a:solidFill>
                    <a:schemeClr val="bg1"/>
                  </a:solidFill>
                </a:ln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開発者：開地碧音</a:t>
            </a:r>
          </a:p>
        </p:txBody>
      </p:sp>
      <p:pic>
        <p:nvPicPr>
          <p:cNvPr id="9" name="図 8" descr="テーブル, 屋内, おもちゃ, 座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ED87F4A-BFC1-6159-249A-D0875A9B37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05" y="6472539"/>
            <a:ext cx="6366437" cy="3587332"/>
          </a:xfrm>
          <a:prstGeom prst="rect">
            <a:avLst/>
          </a:prstGeom>
          <a:ln w="63500">
            <a:solidFill>
              <a:schemeClr val="accent1">
                <a:shade val="15000"/>
              </a:schemeClr>
            </a:solidFill>
          </a:ln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450DD4A-BA61-CD03-AB44-25D2F1237390}"/>
              </a:ext>
            </a:extLst>
          </p:cNvPr>
          <p:cNvSpPr txBox="1"/>
          <p:nvPr/>
        </p:nvSpPr>
        <p:spPr>
          <a:xfrm rot="692345">
            <a:off x="2578997" y="6341276"/>
            <a:ext cx="4263558" cy="7694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自作エディター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1183283-E24D-A4C2-5FBC-8D04AD2989C9}"/>
              </a:ext>
            </a:extLst>
          </p:cNvPr>
          <p:cNvSpPr/>
          <p:nvPr/>
        </p:nvSpPr>
        <p:spPr>
          <a:xfrm rot="21208700">
            <a:off x="7460157" y="8679364"/>
            <a:ext cx="5987060" cy="164820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400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ステージ各所に</a:t>
            </a:r>
            <a:endParaRPr kumimoji="1" lang="en-US" altLang="ja-JP" sz="4400" dirty="0">
              <a:solidFill>
                <a:schemeClr val="tx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pPr algn="ctr"/>
            <a:r>
              <a:rPr kumimoji="1" lang="en-US" altLang="ja-JP" sz="4400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9</a:t>
            </a:r>
            <a:r>
              <a:rPr kumimoji="1" lang="ja-JP" altLang="en-US" sz="4400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種類の自販機を設置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8D73BDB-8BD8-16D8-367B-2FBD3C8D60E9}"/>
              </a:ext>
            </a:extLst>
          </p:cNvPr>
          <p:cNvSpPr/>
          <p:nvPr/>
        </p:nvSpPr>
        <p:spPr>
          <a:xfrm>
            <a:off x="389106" y="10938741"/>
            <a:ext cx="13444493" cy="2081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F899832-C630-ECC2-6A51-44663135D04C}"/>
              </a:ext>
            </a:extLst>
          </p:cNvPr>
          <p:cNvSpPr txBox="1"/>
          <p:nvPr/>
        </p:nvSpPr>
        <p:spPr>
          <a:xfrm>
            <a:off x="488972" y="11191674"/>
            <a:ext cx="1324475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プレイヤーが中身を補充するための自販機、届け先のコンビニなど</a:t>
            </a:r>
            <a:endParaRPr kumimoji="1" lang="en-US" altLang="ja-JP" sz="3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ja-JP" altLang="en-US" sz="3400" dirty="0">
                <a:highlight>
                  <a:srgbClr val="FFFF00"/>
                </a:highligh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複数配置が必須なステージの制作を手助け</a:t>
            </a:r>
            <a:r>
              <a:rPr kumimoji="1" lang="ja-JP" altLang="en-US" sz="3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。</a:t>
            </a:r>
            <a:endParaRPr kumimoji="1" lang="en-US" altLang="ja-JP" sz="3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ja-JP" altLang="en-US" sz="3400" dirty="0">
                <a:highlight>
                  <a:srgbClr val="FFFF00"/>
                </a:highligh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世界観の表現</a:t>
            </a:r>
            <a:r>
              <a:rPr kumimoji="1" lang="ja-JP" altLang="en-US" sz="3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や</a:t>
            </a:r>
            <a:r>
              <a:rPr kumimoji="1" lang="ja-JP" altLang="en-US" sz="3400" dirty="0">
                <a:highlight>
                  <a:srgbClr val="FFFF00"/>
                </a:highligh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難易度調整</a:t>
            </a:r>
            <a:r>
              <a:rPr kumimoji="1" lang="ja-JP" altLang="en-US" sz="3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などにも影響。</a:t>
            </a:r>
            <a:endParaRPr kumimoji="1" lang="en-US" altLang="ja-JP" sz="3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E96395C-C6C5-6392-351E-FA674E5FA85A}"/>
              </a:ext>
            </a:extLst>
          </p:cNvPr>
          <p:cNvSpPr/>
          <p:nvPr/>
        </p:nvSpPr>
        <p:spPr>
          <a:xfrm>
            <a:off x="6211638" y="13262791"/>
            <a:ext cx="7602505" cy="20817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1F3D15F-82CD-2637-27A7-9C1E63E2DEC3}"/>
              </a:ext>
            </a:extLst>
          </p:cNvPr>
          <p:cNvSpPr txBox="1"/>
          <p:nvPr/>
        </p:nvSpPr>
        <p:spPr>
          <a:xfrm>
            <a:off x="6505707" y="13537273"/>
            <a:ext cx="69151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テキストへの書き出し、読み込みで配置情報を管理。</a:t>
            </a:r>
            <a:endParaRPr kumimoji="1" lang="en-US" altLang="ja-JP" sz="32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ja-JP" altLang="en-US" sz="32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コメントを読み飛ばす処理も実装。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91FFAC4-AA04-0077-F67E-95F3587DCDFE}"/>
              </a:ext>
            </a:extLst>
          </p:cNvPr>
          <p:cNvSpPr txBox="1"/>
          <p:nvPr/>
        </p:nvSpPr>
        <p:spPr>
          <a:xfrm rot="21221348">
            <a:off x="3005682" y="17648681"/>
            <a:ext cx="6086686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5400" dirty="0">
                <a:ln w="3175">
                  <a:solidFill>
                    <a:schemeClr val="tx1"/>
                  </a:solidFill>
                </a:ln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統一された世界観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D68FC6B-0FEE-3A05-3C7E-8C36B140252B}"/>
              </a:ext>
            </a:extLst>
          </p:cNvPr>
          <p:cNvSpPr/>
          <p:nvPr/>
        </p:nvSpPr>
        <p:spPr>
          <a:xfrm>
            <a:off x="389106" y="4920040"/>
            <a:ext cx="13444494" cy="1077291"/>
          </a:xfrm>
          <a:prstGeom prst="rect">
            <a:avLst/>
          </a:prstGeom>
          <a:solidFill>
            <a:srgbClr val="FFFF00">
              <a:alpha val="99000"/>
            </a:srgbClr>
          </a:solid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 dirty="0">
                <a:ln w="3175">
                  <a:solidFill>
                    <a:schemeClr val="tx1"/>
                  </a:solidFill>
                </a:ln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自作エディター</a:t>
            </a:r>
            <a:r>
              <a:rPr kumimoji="1" lang="ja-JP" altLang="en-US" sz="5400" b="1" dirty="0">
                <a:ln w="3175">
                  <a:noFill/>
                </a:ln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を使った</a:t>
            </a:r>
            <a:r>
              <a:rPr kumimoji="1" lang="ja-JP" altLang="en-US" sz="5400" b="1" dirty="0">
                <a:ln w="3175">
                  <a:solidFill>
                    <a:schemeClr val="tx1"/>
                  </a:solidFill>
                </a:ln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ステージ配置</a:t>
            </a:r>
          </a:p>
        </p:txBody>
      </p:sp>
    </p:spTree>
    <p:extLst>
      <p:ext uri="{BB962C8B-B14F-4D97-AF65-F5344CB8AC3E}">
        <p14:creationId xmlns:p14="http://schemas.microsoft.com/office/powerpoint/2010/main" val="3875108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</TotalTime>
  <Words>108</Words>
  <Application>Microsoft Office PowerPoint</Application>
  <PresentationFormat>ユーザー設定</PresentationFormat>
  <Paragraphs>16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HGS創英角ｺﾞｼｯｸUB</vt:lpstr>
      <vt:lpstr>游ゴシック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開地　碧音</dc:creator>
  <cp:lastModifiedBy>開地　碧音</cp:lastModifiedBy>
  <cp:revision>6</cp:revision>
  <dcterms:created xsi:type="dcterms:W3CDTF">2025-09-24T02:30:09Z</dcterms:created>
  <dcterms:modified xsi:type="dcterms:W3CDTF">2025-09-24T05:40:21Z</dcterms:modified>
</cp:coreProperties>
</file>